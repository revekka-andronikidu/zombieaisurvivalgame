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changesInfos/changesInfo1.xml" ContentType="application/vnd.ms-powerpoint.changesinfo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4"/>
  </p:sldMasterIdLst>
  <p:sldIdLst>
    <p:sldId id="256" r:id="rId5"/>
    <p:sldId id="257" r:id="rId6"/>
    <p:sldId id="260" r:id="rId7"/>
    <p:sldId id="258" r:id="rId8"/>
    <p:sldId id="259" r:id="rId9"/>
    <p:sldId id="262" r:id="rId10"/>
    <p:sldId id="261" r:id="rId11"/>
  </p:sldIdLst>
  <p:sldSz cx="12192000" cy="6858000"/>
  <p:notesSz cx="6858000" cy="9144000"/>
  <p:defaultTextStyle>
    <a:defPPr>
      <a:defRPr lang="en-BE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78" d="100"/>
          <a:sy n="78" d="100"/>
        </p:scale>
        <p:origin x="850" y="6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4.xml"/><Relationship Id="rId13" Type="http://schemas.openxmlformats.org/officeDocument/2006/relationships/viewProps" Target="viewProps.xml"/><Relationship Id="rId3" Type="http://schemas.openxmlformats.org/officeDocument/2006/relationships/customXml" Target="../customXml/item3.xml"/><Relationship Id="rId7" Type="http://schemas.openxmlformats.org/officeDocument/2006/relationships/slide" Target="slides/slide3.xml"/><Relationship Id="rId12" Type="http://schemas.openxmlformats.org/officeDocument/2006/relationships/presProps" Target="presProps.xml"/><Relationship Id="rId2" Type="http://schemas.openxmlformats.org/officeDocument/2006/relationships/customXml" Target="../customXml/item2.xml"/><Relationship Id="rId16" Type="http://schemas.microsoft.com/office/2016/11/relationships/changesInfo" Target="changesInfos/changesInfo1.xml"/><Relationship Id="rId1" Type="http://schemas.openxmlformats.org/officeDocument/2006/relationships/customXml" Target="../customXml/item1.xml"/><Relationship Id="rId6" Type="http://schemas.openxmlformats.org/officeDocument/2006/relationships/slide" Target="slides/slide2.xml"/><Relationship Id="rId11" Type="http://schemas.openxmlformats.org/officeDocument/2006/relationships/slide" Target="slides/slide7.xml"/><Relationship Id="rId5" Type="http://schemas.openxmlformats.org/officeDocument/2006/relationships/slide" Target="slides/slide1.xml"/><Relationship Id="rId15" Type="http://schemas.openxmlformats.org/officeDocument/2006/relationships/tableStyles" Target="tableStyles.xml"/><Relationship Id="rId10" Type="http://schemas.openxmlformats.org/officeDocument/2006/relationships/slide" Target="slides/slide6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5.xml"/><Relationship Id="rId14" Type="http://schemas.openxmlformats.org/officeDocument/2006/relationships/theme" Target="theme/theme1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Vandaele Yosha" userId="9e46ddaf-df5a-4623-8add-fe0b947d6181" providerId="ADAL" clId="{C0C05178-E97F-4600-9777-1D4069F9BFD8}"/>
    <pc:docChg chg="custSel modSld">
      <pc:chgData name="Vandaele Yosha" userId="9e46ddaf-df5a-4623-8add-fe0b947d6181" providerId="ADAL" clId="{C0C05178-E97F-4600-9777-1D4069F9BFD8}" dt="2021-12-17T14:48:31.752" v="124" actId="114"/>
      <pc:docMkLst>
        <pc:docMk/>
      </pc:docMkLst>
      <pc:sldChg chg="modSp mod">
        <pc:chgData name="Vandaele Yosha" userId="9e46ddaf-df5a-4623-8add-fe0b947d6181" providerId="ADAL" clId="{C0C05178-E97F-4600-9777-1D4069F9BFD8}" dt="2021-12-17T14:48:31.752" v="124" actId="114"/>
        <pc:sldMkLst>
          <pc:docMk/>
          <pc:sldMk cId="949077770" sldId="256"/>
        </pc:sldMkLst>
        <pc:spChg chg="mod">
          <ac:chgData name="Vandaele Yosha" userId="9e46ddaf-df5a-4623-8add-fe0b947d6181" providerId="ADAL" clId="{C0C05178-E97F-4600-9777-1D4069F9BFD8}" dt="2021-12-17T14:48:31.752" v="124" actId="114"/>
          <ac:spMkLst>
            <pc:docMk/>
            <pc:sldMk cId="949077770" sldId="256"/>
            <ac:spMk id="3" creationId="{510651AA-5F60-4B6E-8386-AEA67C018DF4}"/>
          </ac:spMkLst>
        </pc:spChg>
      </pc:sldChg>
    </pc:docChg>
  </pc:docChgLst>
  <pc:docChgLst>
    <pc:chgData name="Boury Fries" userId="3f8d8554-fab3-4764-ac68-3715b85b6c80" providerId="ADAL" clId="{4E627FB3-04C7-446E-862B-D79CBD804048}"/>
    <pc:docChg chg="addSld modSld">
      <pc:chgData name="Boury Fries" userId="3f8d8554-fab3-4764-ac68-3715b85b6c80" providerId="ADAL" clId="{4E627FB3-04C7-446E-862B-D79CBD804048}" dt="2023-11-28T13:45:50.997" v="81" actId="20577"/>
      <pc:docMkLst>
        <pc:docMk/>
      </pc:docMkLst>
      <pc:sldChg chg="modSp mod">
        <pc:chgData name="Boury Fries" userId="3f8d8554-fab3-4764-ac68-3715b85b6c80" providerId="ADAL" clId="{4E627FB3-04C7-446E-862B-D79CBD804048}" dt="2023-11-28T13:43:47.989" v="31" actId="20577"/>
        <pc:sldMkLst>
          <pc:docMk/>
          <pc:sldMk cId="1114309558" sldId="257"/>
        </pc:sldMkLst>
        <pc:spChg chg="mod">
          <ac:chgData name="Boury Fries" userId="3f8d8554-fab3-4764-ac68-3715b85b6c80" providerId="ADAL" clId="{4E627FB3-04C7-446E-862B-D79CBD804048}" dt="2023-11-28T13:43:47.989" v="31" actId="20577"/>
          <ac:spMkLst>
            <pc:docMk/>
            <pc:sldMk cId="1114309558" sldId="257"/>
            <ac:spMk id="3" creationId="{64915428-ACD8-4B22-96DC-2806680ED3AB}"/>
          </ac:spMkLst>
        </pc:spChg>
      </pc:sldChg>
      <pc:sldChg chg="modSp mod">
        <pc:chgData name="Boury Fries" userId="3f8d8554-fab3-4764-ac68-3715b85b6c80" providerId="ADAL" clId="{4E627FB3-04C7-446E-862B-D79CBD804048}" dt="2023-11-28T13:44:13.807" v="39" actId="20577"/>
        <pc:sldMkLst>
          <pc:docMk/>
          <pc:sldMk cId="160499841" sldId="258"/>
        </pc:sldMkLst>
        <pc:spChg chg="mod">
          <ac:chgData name="Boury Fries" userId="3f8d8554-fab3-4764-ac68-3715b85b6c80" providerId="ADAL" clId="{4E627FB3-04C7-446E-862B-D79CBD804048}" dt="2023-11-28T13:44:13.807" v="39" actId="20577"/>
          <ac:spMkLst>
            <pc:docMk/>
            <pc:sldMk cId="160499841" sldId="258"/>
            <ac:spMk id="3" creationId="{64915428-ACD8-4B22-96DC-2806680ED3AB}"/>
          </ac:spMkLst>
        </pc:spChg>
      </pc:sldChg>
      <pc:sldChg chg="modSp mod">
        <pc:chgData name="Boury Fries" userId="3f8d8554-fab3-4764-ac68-3715b85b6c80" providerId="ADAL" clId="{4E627FB3-04C7-446E-862B-D79CBD804048}" dt="2023-11-28T13:45:43.430" v="76" actId="20577"/>
        <pc:sldMkLst>
          <pc:docMk/>
          <pc:sldMk cId="3267762851" sldId="259"/>
        </pc:sldMkLst>
        <pc:spChg chg="mod">
          <ac:chgData name="Boury Fries" userId="3f8d8554-fab3-4764-ac68-3715b85b6c80" providerId="ADAL" clId="{4E627FB3-04C7-446E-862B-D79CBD804048}" dt="2023-11-28T13:45:43.430" v="76" actId="20577"/>
          <ac:spMkLst>
            <pc:docMk/>
            <pc:sldMk cId="3267762851" sldId="259"/>
            <ac:spMk id="2" creationId="{EF6BB071-C63E-40D3-93C6-9F99F27862FE}"/>
          </ac:spMkLst>
        </pc:spChg>
        <pc:spChg chg="mod">
          <ac:chgData name="Boury Fries" userId="3f8d8554-fab3-4764-ac68-3715b85b6c80" providerId="ADAL" clId="{4E627FB3-04C7-446E-862B-D79CBD804048}" dt="2023-11-28T13:45:40.351" v="72" actId="6549"/>
          <ac:spMkLst>
            <pc:docMk/>
            <pc:sldMk cId="3267762851" sldId="259"/>
            <ac:spMk id="3" creationId="{64915428-ACD8-4B22-96DC-2806680ED3AB}"/>
          </ac:spMkLst>
        </pc:spChg>
      </pc:sldChg>
      <pc:sldChg chg="modSp add mod">
        <pc:chgData name="Boury Fries" userId="3f8d8554-fab3-4764-ac68-3715b85b6c80" providerId="ADAL" clId="{4E627FB3-04C7-446E-862B-D79CBD804048}" dt="2023-11-28T13:45:50.997" v="81" actId="20577"/>
        <pc:sldMkLst>
          <pc:docMk/>
          <pc:sldMk cId="1652142467" sldId="262"/>
        </pc:sldMkLst>
        <pc:spChg chg="mod">
          <ac:chgData name="Boury Fries" userId="3f8d8554-fab3-4764-ac68-3715b85b6c80" providerId="ADAL" clId="{4E627FB3-04C7-446E-862B-D79CBD804048}" dt="2023-11-28T13:45:46.970" v="80" actId="20577"/>
          <ac:spMkLst>
            <pc:docMk/>
            <pc:sldMk cId="1652142467" sldId="262"/>
            <ac:spMk id="2" creationId="{EF6BB071-C63E-40D3-93C6-9F99F27862FE}"/>
          </ac:spMkLst>
        </pc:spChg>
        <pc:spChg chg="mod">
          <ac:chgData name="Boury Fries" userId="3f8d8554-fab3-4764-ac68-3715b85b6c80" providerId="ADAL" clId="{4E627FB3-04C7-446E-862B-D79CBD804048}" dt="2023-11-28T13:45:50.997" v="81" actId="20577"/>
          <ac:spMkLst>
            <pc:docMk/>
            <pc:sldMk cId="1652142467" sldId="262"/>
            <ac:spMk id="3" creationId="{64915428-ACD8-4B22-96DC-2806680ED3AB}"/>
          </ac:spMkLst>
        </pc:spChg>
      </pc:sldChg>
    </pc:docChg>
  </pc:docChgLst>
  <pc:docChgLst>
    <pc:chgData name="Vandaele Yosha" userId="S::yosha.vandaele@howest.be::9e46ddaf-df5a-4623-8add-fe0b947d6181" providerId="AD" clId="Web-{E204D132-4CFC-4F24-0FBD-6FDAF349B147}"/>
    <pc:docChg chg="modSld">
      <pc:chgData name="Vandaele Yosha" userId="S::yosha.vandaele@howest.be::9e46ddaf-df5a-4623-8add-fe0b947d6181" providerId="AD" clId="Web-{E204D132-4CFC-4F24-0FBD-6FDAF349B147}" dt="2021-12-17T14:47:42.196" v="195" actId="20577"/>
      <pc:docMkLst>
        <pc:docMk/>
      </pc:docMkLst>
      <pc:sldChg chg="modSp">
        <pc:chgData name="Vandaele Yosha" userId="S::yosha.vandaele@howest.be::9e46ddaf-df5a-4623-8add-fe0b947d6181" providerId="AD" clId="Web-{E204D132-4CFC-4F24-0FBD-6FDAF349B147}" dt="2021-12-17T14:47:42.196" v="195" actId="20577"/>
        <pc:sldMkLst>
          <pc:docMk/>
          <pc:sldMk cId="949077770" sldId="256"/>
        </pc:sldMkLst>
        <pc:spChg chg="mod">
          <ac:chgData name="Vandaele Yosha" userId="S::yosha.vandaele@howest.be::9e46ddaf-df5a-4623-8add-fe0b947d6181" providerId="AD" clId="Web-{E204D132-4CFC-4F24-0FBD-6FDAF349B147}" dt="2021-12-17T14:47:42.196" v="195" actId="20577"/>
          <ac:spMkLst>
            <pc:docMk/>
            <pc:sldMk cId="949077770" sldId="256"/>
            <ac:spMk id="3" creationId="{510651AA-5F60-4B6E-8386-AEA67C018DF4}"/>
          </ac:spMkLst>
        </pc:spChg>
      </pc:sldChg>
    </pc:docChg>
  </pc:docChgLst>
</pc:chgInfo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33CAAC4-8D12-47CF-BE43-7EB46A4D5944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BE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ED39AEBC-7606-4ADC-B5B0-6A3BC80A2FCE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BE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350DAEE-C80D-4F35-B786-91FB7CA480D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2085877-2B37-48E7-8B6D-4D4ED486130A}" type="datetimeFigureOut">
              <a:rPr lang="en-BE" smtClean="0"/>
              <a:t>01/16/2024</a:t>
            </a:fld>
            <a:endParaRPr lang="en-BE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4D2E275-2AB5-4A66-A8E8-90F9ABC8D59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BE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FAA5F36-6144-4864-8555-3C920AD71E5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15161DE-E191-4798-91BE-355EA90292A5}" type="slidenum">
              <a:rPr lang="en-BE" smtClean="0"/>
              <a:t>‹#›</a:t>
            </a:fld>
            <a:endParaRPr lang="en-BE"/>
          </a:p>
        </p:txBody>
      </p:sp>
    </p:spTree>
    <p:extLst>
      <p:ext uri="{BB962C8B-B14F-4D97-AF65-F5344CB8AC3E}">
        <p14:creationId xmlns:p14="http://schemas.microsoft.com/office/powerpoint/2010/main" val="251827324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6B551CC-2784-471A-819A-0BB647B6B12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BE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8BF8D80-3B7B-4F28-AEFD-D834AEBCC64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BE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91B208A-B304-4974-A753-A386793B077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2085877-2B37-48E7-8B6D-4D4ED486130A}" type="datetimeFigureOut">
              <a:rPr lang="en-BE" smtClean="0"/>
              <a:t>01/16/2024</a:t>
            </a:fld>
            <a:endParaRPr lang="en-BE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9D83DB3-E76E-4DCC-A934-DE6FC576289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BE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25E50E5-487F-4F26-B329-FF396CB20DE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15161DE-E191-4798-91BE-355EA90292A5}" type="slidenum">
              <a:rPr lang="en-BE" smtClean="0"/>
              <a:t>‹#›</a:t>
            </a:fld>
            <a:endParaRPr lang="en-BE"/>
          </a:p>
        </p:txBody>
      </p:sp>
    </p:spTree>
    <p:extLst>
      <p:ext uri="{BB962C8B-B14F-4D97-AF65-F5344CB8AC3E}">
        <p14:creationId xmlns:p14="http://schemas.microsoft.com/office/powerpoint/2010/main" val="238258343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B4B2E1F-FBE7-4F65-94C7-B636380FEBE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BE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C18C9729-7ECE-4365-98F3-8DFF780FEB5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AFA8B8C-4C53-4B4C-BD2C-864D0D7B33F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2085877-2B37-48E7-8B6D-4D4ED486130A}" type="datetimeFigureOut">
              <a:rPr lang="en-BE" smtClean="0"/>
              <a:t>01/16/2024</a:t>
            </a:fld>
            <a:endParaRPr lang="en-BE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7D7CEA2-7CAF-4851-A38B-618DD216F07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BE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ABB7E0B-5EA5-473D-BF56-D86D080A70F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15161DE-E191-4798-91BE-355EA90292A5}" type="slidenum">
              <a:rPr lang="en-BE" smtClean="0"/>
              <a:t>‹#›</a:t>
            </a:fld>
            <a:endParaRPr lang="en-BE"/>
          </a:p>
        </p:txBody>
      </p:sp>
    </p:spTree>
    <p:extLst>
      <p:ext uri="{BB962C8B-B14F-4D97-AF65-F5344CB8AC3E}">
        <p14:creationId xmlns:p14="http://schemas.microsoft.com/office/powerpoint/2010/main" val="376676196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B9935E0-152D-4AF7-BD87-955474D0882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BE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3689FBD-9AF6-494E-A906-31E047899D35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BE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8009ECF5-FC69-44A2-865A-BF59EEA41D1A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BE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C7F44A24-6932-4F11-BD5E-0F51DF2B1EA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2085877-2B37-48E7-8B6D-4D4ED486130A}" type="datetimeFigureOut">
              <a:rPr lang="en-BE" smtClean="0"/>
              <a:t>01/16/2024</a:t>
            </a:fld>
            <a:endParaRPr lang="en-BE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DBA03F3-39FB-4D6C-8751-A7EDF6009A6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BE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13E43C9F-1845-44AD-86AA-8D2EC39EB91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15161DE-E191-4798-91BE-355EA90292A5}" type="slidenum">
              <a:rPr lang="en-BE" smtClean="0"/>
              <a:t>‹#›</a:t>
            </a:fld>
            <a:endParaRPr lang="en-BE"/>
          </a:p>
        </p:txBody>
      </p:sp>
    </p:spTree>
    <p:extLst>
      <p:ext uri="{BB962C8B-B14F-4D97-AF65-F5344CB8AC3E}">
        <p14:creationId xmlns:p14="http://schemas.microsoft.com/office/powerpoint/2010/main" val="112249766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E1E56D3-AB15-4310-A6DA-FCCC1300916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BE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E2F4F9E5-544E-408F-9A5B-5A9D043BB01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1464E7D5-72F6-463A-BA78-97C231B7371A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BE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6520D308-9D2F-4E2B-98E8-42F65039F8CD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569D9437-C09B-4818-B72A-8E54A3BA3261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BE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13395E20-1927-449F-8CA5-4628C2F5A1D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2085877-2B37-48E7-8B6D-4D4ED486130A}" type="datetimeFigureOut">
              <a:rPr lang="en-BE" smtClean="0"/>
              <a:t>01/16/2024</a:t>
            </a:fld>
            <a:endParaRPr lang="en-BE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2288AC43-B655-428D-AE3D-DB74BBB15E7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BE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CE5E8EE6-694D-461F-AE93-765F8A3E36C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15161DE-E191-4798-91BE-355EA90292A5}" type="slidenum">
              <a:rPr lang="en-BE" smtClean="0"/>
              <a:t>‹#›</a:t>
            </a:fld>
            <a:endParaRPr lang="en-BE"/>
          </a:p>
        </p:txBody>
      </p:sp>
    </p:spTree>
    <p:extLst>
      <p:ext uri="{BB962C8B-B14F-4D97-AF65-F5344CB8AC3E}">
        <p14:creationId xmlns:p14="http://schemas.microsoft.com/office/powerpoint/2010/main" val="9257332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274436E-1F26-4110-83C7-943D2F42531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BE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3318F822-E6C7-462B-97CD-78D3D4DF097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2085877-2B37-48E7-8B6D-4D4ED486130A}" type="datetimeFigureOut">
              <a:rPr lang="en-BE" smtClean="0"/>
              <a:t>01/16/2024</a:t>
            </a:fld>
            <a:endParaRPr lang="en-BE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BDE2244D-E53E-43D0-A4F2-9C9D674BBEF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BE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AD203CDC-F7C2-4A6E-A008-CEB3A6D584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15161DE-E191-4798-91BE-355EA90292A5}" type="slidenum">
              <a:rPr lang="en-BE" smtClean="0"/>
              <a:t>‹#›</a:t>
            </a:fld>
            <a:endParaRPr lang="en-BE"/>
          </a:p>
        </p:txBody>
      </p:sp>
    </p:spTree>
    <p:extLst>
      <p:ext uri="{BB962C8B-B14F-4D97-AF65-F5344CB8AC3E}">
        <p14:creationId xmlns:p14="http://schemas.microsoft.com/office/powerpoint/2010/main" val="327566790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73B3D8CF-1BB0-4BB5-A3C3-69A22ECD532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2085877-2B37-48E7-8B6D-4D4ED486130A}" type="datetimeFigureOut">
              <a:rPr lang="en-BE" smtClean="0"/>
              <a:t>01/16/2024</a:t>
            </a:fld>
            <a:endParaRPr lang="en-BE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CFFAB160-C248-403F-AD25-158A965BEF2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BE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8F1B489-7B94-4B54-B3AF-E8AF8FD5036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15161DE-E191-4798-91BE-355EA90292A5}" type="slidenum">
              <a:rPr lang="en-BE" smtClean="0"/>
              <a:t>‹#›</a:t>
            </a:fld>
            <a:endParaRPr lang="en-BE"/>
          </a:p>
        </p:txBody>
      </p:sp>
    </p:spTree>
    <p:extLst>
      <p:ext uri="{BB962C8B-B14F-4D97-AF65-F5344CB8AC3E}">
        <p14:creationId xmlns:p14="http://schemas.microsoft.com/office/powerpoint/2010/main" val="193806874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0D3942C-8A0D-4781-A8F3-57B3EE3CD9B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BE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0FE01E5-1D61-43C7-B6CD-7037DCB14FF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BE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FA3A444E-E01C-4A28-83F1-E48254F6BE67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7488AD5B-93CF-4725-B418-C1ADE03F364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2085877-2B37-48E7-8B6D-4D4ED486130A}" type="datetimeFigureOut">
              <a:rPr lang="en-BE" smtClean="0"/>
              <a:t>01/16/2024</a:t>
            </a:fld>
            <a:endParaRPr lang="en-BE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1DC9DC45-0596-4AB3-91ED-EC8B0A889B6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BE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20BB3885-5DD4-4DA8-B5F5-40745170FE2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15161DE-E191-4798-91BE-355EA90292A5}" type="slidenum">
              <a:rPr lang="en-BE" smtClean="0"/>
              <a:t>‹#›</a:t>
            </a:fld>
            <a:endParaRPr lang="en-BE"/>
          </a:p>
        </p:txBody>
      </p:sp>
    </p:spTree>
    <p:extLst>
      <p:ext uri="{BB962C8B-B14F-4D97-AF65-F5344CB8AC3E}">
        <p14:creationId xmlns:p14="http://schemas.microsoft.com/office/powerpoint/2010/main" val="2230379842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0299836-3F3C-4E2F-9190-DEB510EE63A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BE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9EB6E0E5-A1D5-4606-A4EC-5A8116A487A1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BE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3D841ED8-FBEC-48EB-B5A6-F5032E1018EA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A65DA45B-1955-45CA-80B0-66008EC0F9F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2085877-2B37-48E7-8B6D-4D4ED486130A}" type="datetimeFigureOut">
              <a:rPr lang="en-BE" smtClean="0"/>
              <a:t>01/16/2024</a:t>
            </a:fld>
            <a:endParaRPr lang="en-BE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523C90FA-53E2-41CE-BD63-ECA490D3EB0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BE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608A9B8D-2082-4BE4-BCE5-07F8F933441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15161DE-E191-4798-91BE-355EA90292A5}" type="slidenum">
              <a:rPr lang="en-BE" smtClean="0"/>
              <a:t>‹#›</a:t>
            </a:fld>
            <a:endParaRPr lang="en-BE"/>
          </a:p>
        </p:txBody>
      </p:sp>
    </p:spTree>
    <p:extLst>
      <p:ext uri="{BB962C8B-B14F-4D97-AF65-F5344CB8AC3E}">
        <p14:creationId xmlns:p14="http://schemas.microsoft.com/office/powerpoint/2010/main" val="18778602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D2318EC-44E3-4FD6-AF24-AC5021AFCCD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BE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4D538C05-3BE4-4F1F-A85F-EBF60F029F17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BE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86A43FC-668F-4A16-B33A-A1704CA88B2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2085877-2B37-48E7-8B6D-4D4ED486130A}" type="datetimeFigureOut">
              <a:rPr lang="en-BE" smtClean="0"/>
              <a:t>01/16/2024</a:t>
            </a:fld>
            <a:endParaRPr lang="en-BE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084EA9D-B745-4822-9D4F-8E34B4550A3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BE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511FCBD-2F9B-4E40-B993-5543BC625C3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15161DE-E191-4798-91BE-355EA90292A5}" type="slidenum">
              <a:rPr lang="en-BE" smtClean="0"/>
              <a:t>‹#›</a:t>
            </a:fld>
            <a:endParaRPr lang="en-BE"/>
          </a:p>
        </p:txBody>
      </p:sp>
    </p:spTree>
    <p:extLst>
      <p:ext uri="{BB962C8B-B14F-4D97-AF65-F5344CB8AC3E}">
        <p14:creationId xmlns:p14="http://schemas.microsoft.com/office/powerpoint/2010/main" val="91554552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C3262F4C-847A-45E8-89DF-86FADD929C1E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BE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34B5F776-752A-4772-8F18-20F7169A319D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BE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DA0D1A1-5C8E-4021-A99C-3556DF8A3F3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2085877-2B37-48E7-8B6D-4D4ED486130A}" type="datetimeFigureOut">
              <a:rPr lang="en-BE" smtClean="0"/>
              <a:t>01/16/2024</a:t>
            </a:fld>
            <a:endParaRPr lang="en-BE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22E59EE-6B67-4900-9B15-8052B4D9873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BE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CC593B4-0982-4C28-9583-53F588B9458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15161DE-E191-4798-91BE-355EA90292A5}" type="slidenum">
              <a:rPr lang="en-BE" smtClean="0"/>
              <a:t>‹#›</a:t>
            </a:fld>
            <a:endParaRPr lang="en-BE"/>
          </a:p>
        </p:txBody>
      </p:sp>
    </p:spTree>
    <p:extLst>
      <p:ext uri="{BB962C8B-B14F-4D97-AF65-F5344CB8AC3E}">
        <p14:creationId xmlns:p14="http://schemas.microsoft.com/office/powerpoint/2010/main" val="409544814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EA389769-7B4A-4C8C-94A2-1CE676F46AF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BE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126073D-45AC-4934-9FAA-61975D5C06C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BE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B875320-EECE-4069-9EC1-5688F7A88732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2085877-2B37-48E7-8B6D-4D4ED486130A}" type="datetimeFigureOut">
              <a:rPr lang="en-BE" smtClean="0"/>
              <a:t>01/16/2024</a:t>
            </a:fld>
            <a:endParaRPr lang="en-BE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7E6D776-80A5-466B-B9A0-F462DF91CA9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BE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E80D87A-C974-47EE-BF90-816BF0B07FE4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F15161DE-E191-4798-91BE-355EA90292A5}" type="slidenum">
              <a:rPr lang="en-BE" smtClean="0"/>
              <a:t>‹#›</a:t>
            </a:fld>
            <a:endParaRPr lang="en-BE"/>
          </a:p>
        </p:txBody>
      </p:sp>
    </p:spTree>
    <p:extLst>
      <p:ext uri="{BB962C8B-B14F-4D97-AF65-F5344CB8AC3E}">
        <p14:creationId xmlns:p14="http://schemas.microsoft.com/office/powerpoint/2010/main" val="418817829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BE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5985F04-C22A-42D7-B131-70E81FD946E9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/>
              <a:t>GPP Exam: Zombie AI</a:t>
            </a:r>
            <a:endParaRPr lang="en-BE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510651AA-5F60-4B6E-8386-AEA67C018DF4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en-BE" i="1" dirty="0">
              <a:solidFill>
                <a:schemeClr val="bg1">
                  <a:lumMod val="75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949077770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F6BB071-C63E-40D3-93C6-9F99F27862F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Decision Making</a:t>
            </a:r>
            <a:endParaRPr lang="en-BE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4915428-ACD8-4B22-96DC-2806680ED3A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i="1" dirty="0">
                <a:solidFill>
                  <a:schemeClr val="bg1">
                    <a:lumMod val="75000"/>
                  </a:schemeClr>
                </a:solidFill>
              </a:rPr>
              <a:t>Visualization of your decision making structure (readable!)</a:t>
            </a:r>
          </a:p>
          <a:p>
            <a:pPr lvl="1"/>
            <a:r>
              <a:rPr lang="en-US" i="1" dirty="0">
                <a:solidFill>
                  <a:schemeClr val="bg1">
                    <a:lumMod val="75000"/>
                  </a:schemeClr>
                </a:solidFill>
              </a:rPr>
              <a:t>Tip: use miro.com!</a:t>
            </a:r>
            <a:endParaRPr lang="en-BE" i="1" dirty="0">
              <a:solidFill>
                <a:schemeClr val="bg1">
                  <a:lumMod val="75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114309558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F6BB071-C63E-40D3-93C6-9F99F27862F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Enemy handling</a:t>
            </a:r>
            <a:endParaRPr lang="en-BE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4915428-ACD8-4B22-96DC-2806680ED3A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i="1">
                <a:solidFill>
                  <a:schemeClr val="bg1">
                    <a:lumMod val="75000"/>
                  </a:schemeClr>
                </a:solidFill>
              </a:rPr>
              <a:t>How does your agent deal with enemies (aiming, shooting, item usage, avoidance, hiding, usage of sprint, …)?</a:t>
            </a:r>
            <a:endParaRPr lang="en-BE" i="1">
              <a:solidFill>
                <a:schemeClr val="bg1">
                  <a:lumMod val="75000"/>
                </a:schemeClr>
              </a:solidFill>
            </a:endParaRPr>
          </a:p>
          <a:p>
            <a:r>
              <a:rPr lang="en-US" i="1">
                <a:solidFill>
                  <a:schemeClr val="bg1">
                    <a:lumMod val="75000"/>
                  </a:schemeClr>
                </a:solidFill>
              </a:rPr>
              <a:t>USE IMAGES/GIFS</a:t>
            </a:r>
            <a:endParaRPr lang="en-BE"/>
          </a:p>
        </p:txBody>
      </p:sp>
    </p:spTree>
    <p:extLst>
      <p:ext uri="{BB962C8B-B14F-4D97-AF65-F5344CB8AC3E}">
        <p14:creationId xmlns:p14="http://schemas.microsoft.com/office/powerpoint/2010/main" val="3827530984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F6BB071-C63E-40D3-93C6-9F99F27862F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Inventory</a:t>
            </a:r>
            <a:endParaRPr lang="en-BE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4915428-ACD8-4B22-96DC-2806680ED3A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i="1" dirty="0">
                <a:solidFill>
                  <a:schemeClr val="bg1">
                    <a:lumMod val="75000"/>
                  </a:schemeClr>
                </a:solidFill>
              </a:rPr>
              <a:t>How does your agent manage the inventory (inventory organization, item usage, picking up and remembering items,…)? </a:t>
            </a:r>
            <a:endParaRPr lang="en-BE" i="1" dirty="0">
              <a:solidFill>
                <a:schemeClr val="bg1">
                  <a:lumMod val="75000"/>
                </a:schemeClr>
              </a:solidFill>
            </a:endParaRPr>
          </a:p>
          <a:p>
            <a:endParaRPr lang="en-BE" dirty="0"/>
          </a:p>
        </p:txBody>
      </p:sp>
    </p:spTree>
    <p:extLst>
      <p:ext uri="{BB962C8B-B14F-4D97-AF65-F5344CB8AC3E}">
        <p14:creationId xmlns:p14="http://schemas.microsoft.com/office/powerpoint/2010/main" val="160499841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F6BB071-C63E-40D3-93C6-9F99F27862F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Movement - Steering</a:t>
            </a:r>
            <a:endParaRPr lang="en-BE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4915428-ACD8-4B22-96DC-2806680ED3A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i="1" dirty="0">
                <a:solidFill>
                  <a:schemeClr val="bg1">
                    <a:lumMod val="75000"/>
                  </a:schemeClr>
                </a:solidFill>
              </a:rPr>
              <a:t>How many steering behaviors does it use? Does it use blended steering?</a:t>
            </a:r>
            <a:endParaRPr lang="en-BE" i="1" dirty="0">
              <a:solidFill>
                <a:schemeClr val="bg1">
                  <a:lumMod val="75000"/>
                </a:schemeClr>
              </a:solidFill>
            </a:endParaRPr>
          </a:p>
          <a:p>
            <a:pPr marL="0" indent="0">
              <a:buNone/>
            </a:pPr>
            <a:endParaRPr lang="en-BE" dirty="0"/>
          </a:p>
        </p:txBody>
      </p:sp>
    </p:spTree>
    <p:extLst>
      <p:ext uri="{BB962C8B-B14F-4D97-AF65-F5344CB8AC3E}">
        <p14:creationId xmlns:p14="http://schemas.microsoft.com/office/powerpoint/2010/main" val="3267762851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F6BB071-C63E-40D3-93C6-9F99F27862F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Movement </a:t>
            </a:r>
            <a:r>
              <a:rPr lang="en-US"/>
              <a:t>- Exploration</a:t>
            </a:r>
            <a:endParaRPr lang="en-BE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4915428-ACD8-4B22-96DC-2806680ED3A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i="1" dirty="0">
                <a:solidFill>
                  <a:schemeClr val="bg1">
                    <a:lumMod val="75000"/>
                  </a:schemeClr>
                </a:solidFill>
              </a:rPr>
              <a:t>How does your agent explore the world ( how does it traverse the world, when and why does it visit houses, does it have a memory?)?</a:t>
            </a:r>
          </a:p>
          <a:p>
            <a:r>
              <a:rPr lang="en-US" i="1" dirty="0">
                <a:solidFill>
                  <a:schemeClr val="bg1">
                    <a:lumMod val="75000"/>
                  </a:schemeClr>
                </a:solidFill>
              </a:rPr>
              <a:t>USE IMAGES/GIFS</a:t>
            </a:r>
          </a:p>
          <a:p>
            <a:pPr marL="0" indent="0">
              <a:buNone/>
            </a:pPr>
            <a:endParaRPr lang="en-BE" dirty="0"/>
          </a:p>
        </p:txBody>
      </p:sp>
    </p:spTree>
    <p:extLst>
      <p:ext uri="{BB962C8B-B14F-4D97-AF65-F5344CB8AC3E}">
        <p14:creationId xmlns:p14="http://schemas.microsoft.com/office/powerpoint/2010/main" val="1652142467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F6BB071-C63E-40D3-93C6-9F99F27862F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High Score</a:t>
            </a:r>
            <a:endParaRPr lang="en-BE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4915428-ACD8-4B22-96DC-2806680ED3A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US" dirty="0">
                <a:solidFill>
                  <a:schemeClr val="bg1">
                    <a:lumMod val="75000"/>
                  </a:schemeClr>
                </a:solidFill>
              </a:rPr>
              <a:t>Screen shot or list of highest scores</a:t>
            </a:r>
            <a:endParaRPr lang="en-BE" dirty="0">
              <a:solidFill>
                <a:schemeClr val="bg1">
                  <a:lumMod val="75000"/>
                </a:schemeClr>
              </a:solidFill>
            </a:endParaRP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F0442907-B95D-CF4C-45A4-6B806068EB8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501386" y="3217742"/>
            <a:ext cx="3218666" cy="3275133"/>
          </a:xfrm>
          <a:prstGeom prst="rect">
            <a:avLst/>
          </a:prstGeom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8B703BC1-808C-E899-5140-4C736B46286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38200" y="4051030"/>
            <a:ext cx="2154029" cy="2125933"/>
          </a:xfrm>
          <a:prstGeom prst="rect">
            <a:avLst/>
          </a:prstGeom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DF11751F-EEBB-0470-BB71-F93C8CBF6A15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548640" y="3097289"/>
            <a:ext cx="2335600" cy="2379460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FA17BD4F-4677-1151-225E-90AF6DF3EDB2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999903" y="2983936"/>
            <a:ext cx="1966130" cy="203471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23734040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IconOverlay xmlns="http://schemas.microsoft.com/sharepoint/v4" xsi:nil="true"/>
    <TaxCatchAll xmlns="128482ec-0431-40d5-ab26-89ea2a4f3ccd" xsi:nil="true"/>
    <m99485b88215436a82099f8287cba0b0 xmlns="128482ec-0431-40d5-ab26-89ea2a4f3ccd">
      <Terms xmlns="http://schemas.microsoft.com/office/infopath/2007/PartnerControls"/>
    </m99485b88215436a82099f8287cba0b0>
    <lcf76f155ced4ddcb4097134ff3c332f xmlns="60eb0cf4-ae2a-4762-800a-cb593b869ecb">
      <Terms xmlns="http://schemas.microsoft.com/office/infopath/2007/PartnerControls"/>
    </lcf76f155ced4ddcb4097134ff3c332f>
  </documentManagement>
</p:properties>
</file>

<file path=customXml/item2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3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723942CCEB3A674D8F1F6472CCEFB38E" ma:contentTypeVersion="11" ma:contentTypeDescription="Create a new document." ma:contentTypeScope="" ma:versionID="e4de40d148e029d40e3aaddc8bf68a5e">
  <xsd:schema xmlns:xsd="http://www.w3.org/2001/XMLSchema" xmlns:xs="http://www.w3.org/2001/XMLSchema" xmlns:p="http://schemas.microsoft.com/office/2006/metadata/properties" xmlns:ns2="128482ec-0431-40d5-ab26-89ea2a4f3ccd" xmlns:ns3="60eb0cf4-ae2a-4762-800a-cb593b869ecb" xmlns:ns4="http://schemas.microsoft.com/sharepoint/v4" xmlns:ns5="a2e691a9-fcfc-4d85-a390-1894fe98bd9e" targetNamespace="http://schemas.microsoft.com/office/2006/metadata/properties" ma:root="true" ma:fieldsID="fce8e8bd091658f3fe51b22d57dec109" ns2:_="" ns3:_="" ns4:_="" ns5:_="">
    <xsd:import namespace="128482ec-0431-40d5-ab26-89ea2a4f3ccd"/>
    <xsd:import namespace="60eb0cf4-ae2a-4762-800a-cb593b869ecb"/>
    <xsd:import namespace="http://schemas.microsoft.com/sharepoint/v4"/>
    <xsd:import namespace="a2e691a9-fcfc-4d85-a390-1894fe98bd9e"/>
    <xsd:element name="properties">
      <xsd:complexType>
        <xsd:sequence>
          <xsd:element name="documentManagement">
            <xsd:complexType>
              <xsd:all>
                <xsd:element ref="ns2:m99485b88215436a82099f8287cba0b0" minOccurs="0"/>
                <xsd:element ref="ns2:TaxCatchAll" minOccurs="0"/>
                <xsd:element ref="ns3:MediaServiceMetadata" minOccurs="0"/>
                <xsd:element ref="ns3:MediaServiceFastMetadata" minOccurs="0"/>
                <xsd:element ref="ns3:MediaServiceDateTaken" minOccurs="0"/>
                <xsd:element ref="ns3:MediaServiceAutoTags" minOccurs="0"/>
                <xsd:element ref="ns3:MediaServiceOCR" minOccurs="0"/>
                <xsd:element ref="ns3:MediaServiceLocation" minOccurs="0"/>
                <xsd:element ref="ns4:IconOverlay" minOccurs="0"/>
                <xsd:element ref="ns5:SharedWithUsers" minOccurs="0"/>
                <xsd:element ref="ns5:SharedWithDetails" minOccurs="0"/>
                <xsd:element ref="ns3:MediaServiceGenerationTime" minOccurs="0"/>
                <xsd:element ref="ns3:MediaServiceEventHashCode" minOccurs="0"/>
                <xsd:element ref="ns3:MediaServiceAutoKeyPoints" minOccurs="0"/>
                <xsd:element ref="ns3:MediaServiceKeyPoints" minOccurs="0"/>
                <xsd:element ref="ns3:MediaLengthInSeconds" minOccurs="0"/>
                <xsd:element ref="ns3:lcf76f155ced4ddcb4097134ff3c332f" minOccurs="0"/>
                <xsd:element ref="ns3:MediaServiceObjectDetectorVersions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128482ec-0431-40d5-ab26-89ea2a4f3ccd" elementFormDefault="qualified">
    <xsd:import namespace="http://schemas.microsoft.com/office/2006/documentManagement/types"/>
    <xsd:import namespace="http://schemas.microsoft.com/office/infopath/2007/PartnerControls"/>
    <xsd:element name="m99485b88215436a82099f8287cba0b0" ma:index="9" nillable="true" ma:taxonomy="true" ma:internalName="m99485b88215436a82099f8287cba0b0" ma:taxonomyFieldName="Kernteam" ma:displayName="Kernteam" ma:default="" ma:fieldId="{699485b8-8215-436a-8209-9f8287cba0b0}" ma:taxonomyMulti="true" ma:sspId="9d9af33d-1c7e-4655-8224-df3a670842a4" ma:termSetId="f2199854-b90f-4d12-b5f9-723340d5e437" ma:anchorId="00000000-0000-0000-0000-000000000000" ma:open="false" ma:isKeyword="false">
      <xsd:complexType>
        <xsd:sequence>
          <xsd:element ref="pc:Terms" minOccurs="0" maxOccurs="1"/>
        </xsd:sequence>
      </xsd:complexType>
    </xsd:element>
    <xsd:element name="TaxCatchAll" ma:index="10" nillable="true" ma:displayName="Taxonomy Catch All Column" ma:hidden="true" ma:list="{26a5f98c-5cc8-4015-9754-f7f59d70125b}" ma:internalName="TaxCatchAll" ma:showField="CatchAllData" ma:web="128482ec-0431-40d5-ab26-89ea2a4f3ccd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60eb0cf4-ae2a-4762-800a-cb593b869ecb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11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12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DateTaken" ma:index="13" nillable="true" ma:displayName="MediaServiceDateTaken" ma:hidden="true" ma:internalName="MediaServiceDateTaken" ma:readOnly="true">
      <xsd:simpleType>
        <xsd:restriction base="dms:Text"/>
      </xsd:simpleType>
    </xsd:element>
    <xsd:element name="MediaServiceAutoTags" ma:index="14" nillable="true" ma:displayName="MediaServiceAutoTags" ma:internalName="MediaServiceAutoTags" ma:readOnly="true">
      <xsd:simpleType>
        <xsd:restriction base="dms:Text"/>
      </xsd:simpleType>
    </xsd:element>
    <xsd:element name="MediaServiceOCR" ma:index="15" nillable="true" ma:displayName="MediaServiceOCR" ma:internalName="MediaServiceOCR" ma:readOnly="true">
      <xsd:simpleType>
        <xsd:restriction base="dms:Note">
          <xsd:maxLength value="255"/>
        </xsd:restriction>
      </xsd:simpleType>
    </xsd:element>
    <xsd:element name="MediaServiceLocation" ma:index="16" nillable="true" ma:displayName="MediaServiceLocation" ma:internalName="MediaServiceLocation" ma:readOnly="true">
      <xsd:simpleType>
        <xsd:restriction base="dms:Text"/>
      </xsd:simpleType>
    </xsd:element>
    <xsd:element name="MediaServiceGenerationTime" ma:index="20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21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AutoKeyPoints" ma:index="22" nillable="true" ma:displayName="MediaServiceAutoKeyPoints" ma:hidden="true" ma:internalName="MediaServiceAutoKeyPoints" ma:readOnly="true">
      <xsd:simpleType>
        <xsd:restriction base="dms:Note"/>
      </xsd:simpleType>
    </xsd:element>
    <xsd:element name="MediaServiceKeyPoints" ma:index="23" nillable="true" ma:displayName="KeyPoints" ma:internalName="MediaServiceKeyPoints" ma:readOnly="true">
      <xsd:simpleType>
        <xsd:restriction base="dms:Note">
          <xsd:maxLength value="255"/>
        </xsd:restriction>
      </xsd:simpleType>
    </xsd:element>
    <xsd:element name="MediaLengthInSeconds" ma:index="24" nillable="true" ma:displayName="Length (seconds)" ma:internalName="MediaLengthInSeconds" ma:readOnly="true">
      <xsd:simpleType>
        <xsd:restriction base="dms:Unknown"/>
      </xsd:simpleType>
    </xsd:element>
    <xsd:element name="lcf76f155ced4ddcb4097134ff3c332f" ma:index="26" nillable="true" ma:taxonomy="true" ma:internalName="lcf76f155ced4ddcb4097134ff3c332f" ma:taxonomyFieldName="MediaServiceImageTags" ma:displayName="Image Tags" ma:readOnly="false" ma:fieldId="{5cf76f15-5ced-4ddc-b409-7134ff3c332f}" ma:taxonomyMulti="true" ma:sspId="9d9af33d-1c7e-4655-8224-df3a670842a4" ma:termSetId="09814cd3-568e-fe90-9814-8d621ff8fb84" ma:anchorId="fba54fb3-c3e1-fe81-a776-ca4b69148c4d" ma:open="true" ma:isKeyword="false">
      <xsd:complexType>
        <xsd:sequence>
          <xsd:element ref="pc:Terms" minOccurs="0" maxOccurs="1"/>
        </xsd:sequence>
      </xsd:complexType>
    </xsd:element>
    <xsd:element name="MediaServiceObjectDetectorVersions" ma:index="27" nillable="true" ma:displayName="MediaServiceObjectDetectorVersions" ma:description="" ma:hidden="true" ma:indexed="true" ma:internalName="MediaServiceObjectDetectorVersions" ma:readOnly="true">
      <xsd:simpleType>
        <xsd:restriction base="dms:Text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http://schemas.microsoft.com/sharepoint/v4" elementFormDefault="qualified">
    <xsd:import namespace="http://schemas.microsoft.com/office/2006/documentManagement/types"/>
    <xsd:import namespace="http://schemas.microsoft.com/office/infopath/2007/PartnerControls"/>
    <xsd:element name="IconOverlay" ma:index="17" nillable="true" ma:displayName="IconOverlay" ma:hidden="true" ma:internalName="IconOverlay">
      <xsd:simpleType>
        <xsd:restriction base="dms:Text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a2e691a9-fcfc-4d85-a390-1894fe98bd9e" elementFormDefault="qualified">
    <xsd:import namespace="http://schemas.microsoft.com/office/2006/documentManagement/types"/>
    <xsd:import namespace="http://schemas.microsoft.com/office/infopath/2007/PartnerControls"/>
    <xsd:element name="SharedWithUsers" ma:index="18" nillable="true" ma:displayName="Gedeeld met" ma:SearchPeopleOnly="false" ma:SharePointGroup="0" ma:internalName="SharedWithUsers" ma:readOnly="true" ma:showField="ImnNam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19" nillable="true" ma:displayName="Gedeeld met details" ma:internalName="SharedWithDetails" ma:readOnly="true">
      <xsd:simpleType>
        <xsd:restriction base="dms:Note">
          <xsd:maxLength value="255"/>
        </xsd:restriction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Props1.xml><?xml version="1.0" encoding="utf-8"?>
<ds:datastoreItem xmlns:ds="http://schemas.openxmlformats.org/officeDocument/2006/customXml" ds:itemID="{B743389A-7EE0-4951-8919-E91DD69E3687}">
  <ds:schemaRefs>
    <ds:schemaRef ds:uri="128482ec-0431-40d5-ab26-89ea2a4f3ccd"/>
    <ds:schemaRef ds:uri="http://schemas.microsoft.com/office/2006/metadata/properties"/>
    <ds:schemaRef ds:uri="http://schemas.microsoft.com/office/infopath/2007/PartnerControls"/>
    <ds:schemaRef ds:uri="http://schemas.microsoft.com/sharepoint/v4"/>
    <ds:schemaRef ds:uri="60eb0cf4-ae2a-4762-800a-cb593b869ecb"/>
  </ds:schemaRefs>
</ds:datastoreItem>
</file>

<file path=customXml/itemProps2.xml><?xml version="1.0" encoding="utf-8"?>
<ds:datastoreItem xmlns:ds="http://schemas.openxmlformats.org/officeDocument/2006/customXml" ds:itemID="{AF8EC6D1-CB19-4400-AD0A-0C75CD884AEA}">
  <ds:schemaRefs>
    <ds:schemaRef ds:uri="http://schemas.microsoft.com/sharepoint/v3/contenttype/forms"/>
  </ds:schemaRefs>
</ds:datastoreItem>
</file>

<file path=customXml/itemProps3.xml><?xml version="1.0" encoding="utf-8"?>
<ds:datastoreItem xmlns:ds="http://schemas.openxmlformats.org/officeDocument/2006/customXml" ds:itemID="{D7B8C5DE-3345-4025-A942-C5AA68E55545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128482ec-0431-40d5-ab26-89ea2a4f3ccd"/>
    <ds:schemaRef ds:uri="60eb0cf4-ae2a-4762-800a-cb593b869ecb"/>
    <ds:schemaRef ds:uri="http://schemas.microsoft.com/sharepoint/v4"/>
    <ds:schemaRef ds:uri="a2e691a9-fcfc-4d85-a390-1894fe98bd9e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otalTime>212</TotalTime>
  <Words>136</Words>
  <Application>Microsoft Office PowerPoint</Application>
  <PresentationFormat>Widescreen</PresentationFormat>
  <Paragraphs>16</Paragraphs>
  <Slides>7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</vt:i4>
      </vt:variant>
    </vt:vector>
  </HeadingPairs>
  <TitlesOfParts>
    <vt:vector size="11" baseType="lpstr">
      <vt:lpstr>Arial</vt:lpstr>
      <vt:lpstr>Calibri</vt:lpstr>
      <vt:lpstr>Calibri Light</vt:lpstr>
      <vt:lpstr>Office Theme</vt:lpstr>
      <vt:lpstr>GPP Exam: Zombie AI</vt:lpstr>
      <vt:lpstr>Decision Making</vt:lpstr>
      <vt:lpstr>Enemy handling</vt:lpstr>
      <vt:lpstr>Inventory</vt:lpstr>
      <vt:lpstr>Movement - Steering</vt:lpstr>
      <vt:lpstr>Movement - Exploration</vt:lpstr>
      <vt:lpstr>High Score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GPP Exam: Zombie AI</dc:title>
  <dc:creator>Vandaele Yosha</dc:creator>
  <cp:lastModifiedBy>Revekka Andronikidu</cp:lastModifiedBy>
  <cp:revision>4</cp:revision>
  <dcterms:created xsi:type="dcterms:W3CDTF">2021-12-17T12:45:32Z</dcterms:created>
  <dcterms:modified xsi:type="dcterms:W3CDTF">2024-01-16T15:22:58Z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0x010100723942CCEB3A674D8F1F6472CCEFB38E</vt:lpwstr>
  </property>
  <property fmtid="{D5CDD505-2E9C-101B-9397-08002B2CF9AE}" pid="3" name="Kernteam">
    <vt:lpwstr/>
  </property>
  <property fmtid="{D5CDD505-2E9C-101B-9397-08002B2CF9AE}" pid="4" name="MediaServiceImageTags">
    <vt:lpwstr/>
  </property>
</Properties>
</file>