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01/16/2024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Revekka Andronikidu | 2DAE09</a:t>
            </a:r>
            <a:endParaRPr lang="en-BE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62B37D-6DA4-3A49-CF03-0165B21D4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64" y="1444525"/>
            <a:ext cx="11682472" cy="48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737"/>
            <a:ext cx="7857744" cy="4351338"/>
          </a:xfrm>
        </p:spPr>
        <p:txBody>
          <a:bodyPr>
            <a:normAutofit/>
          </a:bodyPr>
          <a:lstStyle/>
          <a:p>
            <a:r>
              <a:rPr lang="en-US" sz="2400" dirty="0"/>
              <a:t>Face enemy and shoot when orientation and desired direction difference &lt; margin</a:t>
            </a:r>
          </a:p>
          <a:p>
            <a:r>
              <a:rPr lang="en-US" sz="2400" dirty="0"/>
              <a:t>Prefers shot gun for faster enemies, pistol for slower ones</a:t>
            </a:r>
          </a:p>
          <a:p>
            <a:r>
              <a:rPr lang="en-US" sz="2400" dirty="0"/>
              <a:t>No gun = hides in closest house or flees</a:t>
            </a:r>
            <a:endParaRPr lang="en-BE" sz="2400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B8A9E97C-AD50-BA13-A1EF-D6BC94570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076" y="3282102"/>
            <a:ext cx="5866850" cy="3298798"/>
          </a:xfrm>
          <a:prstGeom prst="rect">
            <a:avLst/>
          </a:prstGeom>
        </p:spPr>
      </p:pic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97C4E2E1-9508-30FA-480A-FF0E8126A2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9" r="40789" b="7211"/>
          <a:stretch/>
        </p:blipFill>
        <p:spPr>
          <a:xfrm>
            <a:off x="7900141" y="2836876"/>
            <a:ext cx="3776747" cy="330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90688"/>
            <a:ext cx="6967728" cy="4351338"/>
          </a:xfrm>
        </p:spPr>
        <p:txBody>
          <a:bodyPr/>
          <a:lstStyle/>
          <a:p>
            <a:r>
              <a:rPr lang="en-US" sz="2400" dirty="0"/>
              <a:t>Takes only item needed (destroys garbage)</a:t>
            </a:r>
          </a:p>
          <a:p>
            <a:r>
              <a:rPr lang="en-US" sz="2400" dirty="0"/>
              <a:t>Remembers location of the others</a:t>
            </a:r>
          </a:p>
          <a:p>
            <a:r>
              <a:rPr lang="en-US" sz="2400" dirty="0"/>
              <a:t>Seek closest remembered item when needed</a:t>
            </a:r>
          </a:p>
          <a:p>
            <a:pPr marL="0" indent="0">
              <a:buNone/>
            </a:pPr>
            <a:endParaRPr lang="en-US" sz="2400" dirty="0"/>
          </a:p>
          <a:p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DC64C3-37BC-C231-AEB3-D45007ADE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53" y="1690688"/>
            <a:ext cx="3749365" cy="4213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1E9EA0-5ACD-59D6-7C02-0BFFBCA09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934" y="3170699"/>
            <a:ext cx="5761219" cy="19966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A6A595-BD83-8CB1-DB28-E82EFB0DD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934" y="5333388"/>
            <a:ext cx="3871295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52CBE7-A37C-DA41-2D63-1F816421B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903" y="1514639"/>
            <a:ext cx="4989313" cy="3227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E87D19-5FF8-2983-C5ED-7880143B6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84" y="4340995"/>
            <a:ext cx="5585944" cy="16841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251F38-2715-335E-BF8F-95CEE7815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84" y="1554722"/>
            <a:ext cx="4989313" cy="192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800344" cy="1478820"/>
          </a:xfrm>
        </p:spPr>
        <p:txBody>
          <a:bodyPr/>
          <a:lstStyle/>
          <a:p>
            <a:r>
              <a:rPr lang="en-US" dirty="0"/>
              <a:t>Every house in FOV saved in memory</a:t>
            </a:r>
          </a:p>
          <a:p>
            <a:r>
              <a:rPr lang="en-US" dirty="0"/>
              <a:t>Agent visits closest house from memory that was not searched yet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6CE94B-FAF2-D4B7-84C7-52190315E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072" y="809338"/>
            <a:ext cx="4915326" cy="2225233"/>
          </a:xfrm>
          <a:prstGeom prst="rect">
            <a:avLst/>
          </a:prstGeom>
        </p:spPr>
      </p:pic>
      <p:pic>
        <p:nvPicPr>
          <p:cNvPr id="11" name="Picture 10" descr="A screenshot of a computer">
            <a:extLst>
              <a:ext uri="{FF2B5EF4-FFF2-40B4-BE49-F238E27FC236}">
                <a16:creationId xmlns:a16="http://schemas.microsoft.com/office/drawing/2014/main" id="{5CFC8BBD-3DBC-877A-B939-92AD871FF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210" y="3169508"/>
            <a:ext cx="6231636" cy="351147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DE8550-BC47-3270-7072-78599A01D134}"/>
              </a:ext>
            </a:extLst>
          </p:cNvPr>
          <p:cNvSpPr txBox="1">
            <a:spLocks/>
          </p:cNvSpPr>
          <p:nvPr/>
        </p:nvSpPr>
        <p:spPr>
          <a:xfrm>
            <a:off x="838200" y="3169508"/>
            <a:ext cx="4812792" cy="3048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we have no more important tasks -&gt; Explore</a:t>
            </a:r>
          </a:p>
          <a:p>
            <a:r>
              <a:rPr lang="en-US" dirty="0"/>
              <a:t>Gets small range of cells to explore, when everything is explored the range gets bigger</a:t>
            </a:r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Score</a:t>
            </a:r>
            <a:endParaRPr lang="en-B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11751F-EEBB-0470-BB71-F93C8CBF6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35" y="1937584"/>
            <a:ext cx="2335600" cy="23794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17BD4F-4677-1151-225E-90AF6DF3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403" y="1795640"/>
            <a:ext cx="3816096" cy="39492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3CC3FA-D343-D13C-E711-E076BDAAC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677" y="1937584"/>
            <a:ext cx="2369493" cy="242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116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Revekka Andronikidu</cp:lastModifiedBy>
  <cp:revision>5</cp:revision>
  <dcterms:created xsi:type="dcterms:W3CDTF">2021-12-17T12:45:32Z</dcterms:created>
  <dcterms:modified xsi:type="dcterms:W3CDTF">2024-01-16T21:15:46Z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