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442907-B95D-CF4C-45A4-6B806068E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1386" y="3217742"/>
            <a:ext cx="3218666" cy="32751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1A445B-CBB6-9431-DA98-747EB5782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317" y="4215478"/>
            <a:ext cx="2143432" cy="22773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703BC1-808C-E899-5140-4C736B462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051030"/>
            <a:ext cx="2154029" cy="21259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11751F-EEBB-0470-BB71-F93C8CBF6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640" y="3097289"/>
            <a:ext cx="2335600" cy="237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3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136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Revekka Andronikidu</cp:lastModifiedBy>
  <cp:revision>3</cp:revision>
  <dcterms:created xsi:type="dcterms:W3CDTF">2021-12-17T12:45:32Z</dcterms:created>
  <dcterms:modified xsi:type="dcterms:W3CDTF">2024-01-16T01:55:48Z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